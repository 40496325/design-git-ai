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BEBAE-87DD-42D8-9863-084FE1D30F9C}" v="44" dt="2026-08-19T11:36:29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0911" autoAdjust="0"/>
  </p:normalViewPr>
  <p:slideViewPr>
    <p:cSldViewPr snapToGrid="0">
      <p:cViewPr varScale="1">
        <p:scale>
          <a:sx n="113" d="100"/>
          <a:sy n="113" d="100"/>
        </p:scale>
        <p:origin x="20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Kritzinger" userId="90d047faa2489697" providerId="LiveId" clId="{9BDD3C5B-20DD-496D-B8CE-46DA670FDA93}"/>
    <pc:docChg chg="undo custSel addSld delSld modSld sldOrd">
      <pc:chgData name="Daniel Kritzinger" userId="90d047faa2489697" providerId="LiveId" clId="{9BDD3C5B-20DD-496D-B8CE-46DA670FDA93}" dt="2026-08-19T11:37:40.254" v="4746" actId="1076"/>
      <pc:docMkLst>
        <pc:docMk/>
      </pc:docMkLst>
      <pc:sldChg chg="addSp delSp modSp mod modAnim modNotesTx">
        <pc:chgData name="Daniel Kritzinger" userId="90d047faa2489697" providerId="LiveId" clId="{9BDD3C5B-20DD-496D-B8CE-46DA670FDA93}" dt="2026-08-19T11:07:03.227" v="4559" actId="20577"/>
        <pc:sldMkLst>
          <pc:docMk/>
          <pc:sldMk cId="255090991" sldId="257"/>
        </pc:sldMkLst>
        <pc:spChg chg="mod">
          <ac:chgData name="Daniel Kritzinger" userId="90d047faa2489697" providerId="LiveId" clId="{9BDD3C5B-20DD-496D-B8CE-46DA670FDA93}" dt="2026-08-19T11:05:46.534" v="4476" actId="14100"/>
          <ac:spMkLst>
            <pc:docMk/>
            <pc:sldMk cId="255090991" sldId="257"/>
            <ac:spMk id="3" creationId="{6F9A8A41-F87C-7A39-E4C6-FE9613F580EC}"/>
          </ac:spMkLst>
        </pc:spChg>
        <pc:spChg chg="del">
          <ac:chgData name="Daniel Kritzinger" userId="90d047faa2489697" providerId="LiveId" clId="{9BDD3C5B-20DD-496D-B8CE-46DA670FDA93}" dt="2026-08-19T09:18:33.682" v="379" actId="931"/>
          <ac:spMkLst>
            <pc:docMk/>
            <pc:sldMk cId="255090991" sldId="257"/>
            <ac:spMk id="4" creationId="{4DD84A5C-F03A-D13D-9C2B-BF71C0677680}"/>
          </ac:spMkLst>
        </pc:spChg>
        <pc:spChg chg="add mod">
          <ac:chgData name="Daniel Kritzinger" userId="90d047faa2489697" providerId="LiveId" clId="{9BDD3C5B-20DD-496D-B8CE-46DA670FDA93}" dt="2026-08-19T11:04:36.786" v="4472" actId="1076"/>
          <ac:spMkLst>
            <pc:docMk/>
            <pc:sldMk cId="255090991" sldId="257"/>
            <ac:spMk id="7" creationId="{AB326FCA-7E4F-2210-DF6F-48D6DB827B77}"/>
          </ac:spMkLst>
        </pc:spChg>
        <pc:spChg chg="add mod">
          <ac:chgData name="Daniel Kritzinger" userId="90d047faa2489697" providerId="LiveId" clId="{9BDD3C5B-20DD-496D-B8CE-46DA670FDA93}" dt="2026-08-19T11:06:10.250" v="4484" actId="1076"/>
          <ac:spMkLst>
            <pc:docMk/>
            <pc:sldMk cId="255090991" sldId="257"/>
            <ac:spMk id="8" creationId="{79F09C88-F8FD-A857-1E61-6D3E46176C33}"/>
          </ac:spMkLst>
        </pc:spChg>
        <pc:picChg chg="add mod ord">
          <ac:chgData name="Daniel Kritzinger" userId="90d047faa2489697" providerId="LiveId" clId="{9BDD3C5B-20DD-496D-B8CE-46DA670FDA93}" dt="2026-08-19T09:18:33.682" v="379" actId="931"/>
          <ac:picMkLst>
            <pc:docMk/>
            <pc:sldMk cId="255090991" sldId="257"/>
            <ac:picMk id="6" creationId="{C46444A9-7A87-B9B4-736E-1EC1EB4A6F87}"/>
          </ac:picMkLst>
        </pc:picChg>
      </pc:sldChg>
      <pc:sldChg chg="addSp delSp modSp new mod modNotesTx">
        <pc:chgData name="Daniel Kritzinger" userId="90d047faa2489697" providerId="LiveId" clId="{9BDD3C5B-20DD-496D-B8CE-46DA670FDA93}" dt="2026-08-19T11:11:01.105" v="4604" actId="20577"/>
        <pc:sldMkLst>
          <pc:docMk/>
          <pc:sldMk cId="3186871723" sldId="258"/>
        </pc:sldMkLst>
        <pc:spChg chg="mod">
          <ac:chgData name="Daniel Kritzinger" userId="90d047faa2489697" providerId="LiveId" clId="{9BDD3C5B-20DD-496D-B8CE-46DA670FDA93}" dt="2026-08-19T09:22:04.805" v="436" actId="113"/>
          <ac:spMkLst>
            <pc:docMk/>
            <pc:sldMk cId="3186871723" sldId="258"/>
            <ac:spMk id="2" creationId="{3F052375-B5E7-EA95-08B8-E8C16FF22453}"/>
          </ac:spMkLst>
        </pc:spChg>
        <pc:spChg chg="mod">
          <ac:chgData name="Daniel Kritzinger" userId="90d047faa2489697" providerId="LiveId" clId="{9BDD3C5B-20DD-496D-B8CE-46DA670FDA93}" dt="2026-08-19T09:27:00.865" v="775" actId="20577"/>
          <ac:spMkLst>
            <pc:docMk/>
            <pc:sldMk cId="3186871723" sldId="258"/>
            <ac:spMk id="3" creationId="{E951CAEF-A34D-BE1D-05DD-3A2984D33C71}"/>
          </ac:spMkLst>
        </pc:spChg>
        <pc:picChg chg="add del mod">
          <ac:chgData name="Daniel Kritzinger" userId="90d047faa2489697" providerId="LiveId" clId="{9BDD3C5B-20DD-496D-B8CE-46DA670FDA93}" dt="2026-08-19T11:07:28.287" v="4560" actId="478"/>
          <ac:picMkLst>
            <pc:docMk/>
            <pc:sldMk cId="3186871723" sldId="258"/>
            <ac:picMk id="5" creationId="{61C0BBDF-AB71-5C04-4F96-DDE24D5A8940}"/>
          </ac:picMkLst>
        </pc:picChg>
        <pc:picChg chg="add mod">
          <ac:chgData name="Daniel Kritzinger" userId="90d047faa2489697" providerId="LiveId" clId="{9BDD3C5B-20DD-496D-B8CE-46DA670FDA93}" dt="2026-08-19T11:09:11.612" v="4566" actId="1076"/>
          <ac:picMkLst>
            <pc:docMk/>
            <pc:sldMk cId="3186871723" sldId="258"/>
            <ac:picMk id="7" creationId="{2A0B0F99-EE2A-6328-6B06-D5D3C9FDAD92}"/>
          </ac:picMkLst>
        </pc:picChg>
      </pc:sldChg>
      <pc:sldChg chg="addSp delSp modSp new del mod">
        <pc:chgData name="Daniel Kritzinger" userId="90d047faa2489697" providerId="LiveId" clId="{9BDD3C5B-20DD-496D-B8CE-46DA670FDA93}" dt="2026-08-19T09:32:05.877" v="989" actId="47"/>
        <pc:sldMkLst>
          <pc:docMk/>
          <pc:sldMk cId="1975956917" sldId="259"/>
        </pc:sldMkLst>
        <pc:spChg chg="mod">
          <ac:chgData name="Daniel Kritzinger" userId="90d047faa2489697" providerId="LiveId" clId="{9BDD3C5B-20DD-496D-B8CE-46DA670FDA93}" dt="2026-08-19T09:30:14.857" v="915" actId="1076"/>
          <ac:spMkLst>
            <pc:docMk/>
            <pc:sldMk cId="1975956917" sldId="259"/>
            <ac:spMk id="2" creationId="{92FE0C1F-53EC-93BB-335D-95A9003EFBA2}"/>
          </ac:spMkLst>
        </pc:spChg>
        <pc:spChg chg="mod">
          <ac:chgData name="Daniel Kritzinger" userId="90d047faa2489697" providerId="LiveId" clId="{9BDD3C5B-20DD-496D-B8CE-46DA670FDA93}" dt="2026-08-19T09:31:04.883" v="987" actId="20577"/>
          <ac:spMkLst>
            <pc:docMk/>
            <pc:sldMk cId="1975956917" sldId="259"/>
            <ac:spMk id="3" creationId="{216D87D3-7747-9264-991A-1C2F46078064}"/>
          </ac:spMkLst>
        </pc:spChg>
        <pc:spChg chg="add del mod">
          <ac:chgData name="Daniel Kritzinger" userId="90d047faa2489697" providerId="LiveId" clId="{9BDD3C5B-20DD-496D-B8CE-46DA670FDA93}" dt="2026-08-19T09:30:12.572" v="914"/>
          <ac:spMkLst>
            <pc:docMk/>
            <pc:sldMk cId="1975956917" sldId="259"/>
            <ac:spMk id="5" creationId="{82D45AF5-79CB-D9CE-E360-F3E545E57838}"/>
          </ac:spMkLst>
        </pc:spChg>
      </pc:sldChg>
      <pc:sldChg chg="addSp delSp modSp new mod modAnim modNotesTx">
        <pc:chgData name="Daniel Kritzinger" userId="90d047faa2489697" providerId="LiveId" clId="{9BDD3C5B-20DD-496D-B8CE-46DA670FDA93}" dt="2026-08-19T11:01:42.406" v="4437"/>
        <pc:sldMkLst>
          <pc:docMk/>
          <pc:sldMk cId="1463750770" sldId="260"/>
        </pc:sldMkLst>
        <pc:spChg chg="mod">
          <ac:chgData name="Daniel Kritzinger" userId="90d047faa2489697" providerId="LiveId" clId="{9BDD3C5B-20DD-496D-B8CE-46DA670FDA93}" dt="2026-08-19T09:34:27.234" v="1107" actId="1076"/>
          <ac:spMkLst>
            <pc:docMk/>
            <pc:sldMk cId="1463750770" sldId="260"/>
            <ac:spMk id="2" creationId="{F5A49639-8139-BBF8-7AA0-10CC5C0BBDD1}"/>
          </ac:spMkLst>
        </pc:spChg>
        <pc:spChg chg="del">
          <ac:chgData name="Daniel Kritzinger" userId="90d047faa2489697" providerId="LiveId" clId="{9BDD3C5B-20DD-496D-B8CE-46DA670FDA93}" dt="2026-08-19T09:33:54.455" v="1099"/>
          <ac:spMkLst>
            <pc:docMk/>
            <pc:sldMk cId="1463750770" sldId="260"/>
            <ac:spMk id="3" creationId="{697BE272-47B7-66AA-63FC-DBC608E90639}"/>
          </ac:spMkLst>
        </pc:spChg>
        <pc:spChg chg="mod">
          <ac:chgData name="Daniel Kritzinger" userId="90d047faa2489697" providerId="LiveId" clId="{9BDD3C5B-20DD-496D-B8CE-46DA670FDA93}" dt="2026-08-19T09:56:22.076" v="2094"/>
          <ac:spMkLst>
            <pc:docMk/>
            <pc:sldMk cId="1463750770" sldId="260"/>
            <ac:spMk id="4" creationId="{5302343A-D988-5A9D-7856-3D679D812B45}"/>
          </ac:spMkLst>
        </pc:spChg>
        <pc:picChg chg="add mod ord">
          <ac:chgData name="Daniel Kritzinger" userId="90d047faa2489697" providerId="LiveId" clId="{9BDD3C5B-20DD-496D-B8CE-46DA670FDA93}" dt="2026-08-19T09:34:24.254" v="1104" actId="1076"/>
          <ac:picMkLst>
            <pc:docMk/>
            <pc:sldMk cId="1463750770" sldId="260"/>
            <ac:picMk id="6" creationId="{2678886E-3A3E-215A-9D8B-5AEC2E168CB9}"/>
          </ac:picMkLst>
        </pc:picChg>
        <pc:picChg chg="add mod">
          <ac:chgData name="Daniel Kritzinger" userId="90d047faa2489697" providerId="LiveId" clId="{9BDD3C5B-20DD-496D-B8CE-46DA670FDA93}" dt="2026-08-19T09:52:57.074" v="1833" actId="1076"/>
          <ac:picMkLst>
            <pc:docMk/>
            <pc:sldMk cId="1463750770" sldId="260"/>
            <ac:picMk id="8" creationId="{979BF0AC-D5FA-A169-A840-DF107D903E55}"/>
          </ac:picMkLst>
        </pc:picChg>
      </pc:sldChg>
      <pc:sldChg chg="addSp delSp modSp new mod modAnim modNotesTx">
        <pc:chgData name="Daniel Kritzinger" userId="90d047faa2489697" providerId="LiveId" clId="{9BDD3C5B-20DD-496D-B8CE-46DA670FDA93}" dt="2026-08-19T11:21:06.988" v="4632"/>
        <pc:sldMkLst>
          <pc:docMk/>
          <pc:sldMk cId="484557630" sldId="261"/>
        </pc:sldMkLst>
        <pc:spChg chg="mod">
          <ac:chgData name="Daniel Kritzinger" userId="90d047faa2489697" providerId="LiveId" clId="{9BDD3C5B-20DD-496D-B8CE-46DA670FDA93}" dt="2026-08-19T09:54:17.550" v="1897" actId="14100"/>
          <ac:spMkLst>
            <pc:docMk/>
            <pc:sldMk cId="484557630" sldId="261"/>
            <ac:spMk id="2" creationId="{E3A0A970-2E66-C2D6-2C68-9691CEE33526}"/>
          </ac:spMkLst>
        </pc:spChg>
        <pc:spChg chg="mod">
          <ac:chgData name="Daniel Kritzinger" userId="90d047faa2489697" providerId="LiveId" clId="{9BDD3C5B-20DD-496D-B8CE-46DA670FDA93}" dt="2026-08-19T10:10:54.876" v="2773" actId="20577"/>
          <ac:spMkLst>
            <pc:docMk/>
            <pc:sldMk cId="484557630" sldId="261"/>
            <ac:spMk id="3" creationId="{47B1AC2F-1492-73DE-8B2A-330E143312E7}"/>
          </ac:spMkLst>
        </pc:spChg>
        <pc:spChg chg="del">
          <ac:chgData name="Daniel Kritzinger" userId="90d047faa2489697" providerId="LiveId" clId="{9BDD3C5B-20DD-496D-B8CE-46DA670FDA93}" dt="2026-08-19T10:00:53.103" v="2465"/>
          <ac:spMkLst>
            <pc:docMk/>
            <pc:sldMk cId="484557630" sldId="261"/>
            <ac:spMk id="4" creationId="{2CB31CE0-8B6F-0E20-49FB-167D8B6A16E3}"/>
          </ac:spMkLst>
        </pc:spChg>
        <pc:spChg chg="add del mod">
          <ac:chgData name="Daniel Kritzinger" userId="90d047faa2489697" providerId="LiveId" clId="{9BDD3C5B-20DD-496D-B8CE-46DA670FDA93}" dt="2026-08-19T10:01:01.737" v="2471"/>
          <ac:spMkLst>
            <pc:docMk/>
            <pc:sldMk cId="484557630" sldId="261"/>
            <ac:spMk id="8" creationId="{2E217862-E0A6-E581-1D8C-04E633B9012F}"/>
          </ac:spMkLst>
        </pc:spChg>
        <pc:spChg chg="add del mod">
          <ac:chgData name="Daniel Kritzinger" userId="90d047faa2489697" providerId="LiveId" clId="{9BDD3C5B-20DD-496D-B8CE-46DA670FDA93}" dt="2026-08-19T10:01:04.060" v="2473" actId="478"/>
          <ac:spMkLst>
            <pc:docMk/>
            <pc:sldMk cId="484557630" sldId="261"/>
            <ac:spMk id="12" creationId="{7C83DD1C-FEFA-B4BB-DE49-AD36290DEB8D}"/>
          </ac:spMkLst>
        </pc:spChg>
        <pc:picChg chg="add del mod ord">
          <ac:chgData name="Daniel Kritzinger" userId="90d047faa2489697" providerId="LiveId" clId="{9BDD3C5B-20DD-496D-B8CE-46DA670FDA93}" dt="2026-08-19T10:00:59.777" v="2469" actId="478"/>
          <ac:picMkLst>
            <pc:docMk/>
            <pc:sldMk cId="484557630" sldId="261"/>
            <ac:picMk id="6" creationId="{0262CA06-A4B3-58E2-5ECA-3EE28C249286}"/>
          </ac:picMkLst>
        </pc:picChg>
        <pc:picChg chg="add del mod ord">
          <ac:chgData name="Daniel Kritzinger" userId="90d047faa2489697" providerId="LiveId" clId="{9BDD3C5B-20DD-496D-B8CE-46DA670FDA93}" dt="2026-08-19T10:01:03.329" v="2472" actId="478"/>
          <ac:picMkLst>
            <pc:docMk/>
            <pc:sldMk cId="484557630" sldId="261"/>
            <ac:picMk id="10" creationId="{0A65AB84-8F79-AFB3-6076-F365D75B0015}"/>
          </ac:picMkLst>
        </pc:picChg>
        <pc:picChg chg="add mod">
          <ac:chgData name="Daniel Kritzinger" userId="90d047faa2489697" providerId="LiveId" clId="{9BDD3C5B-20DD-496D-B8CE-46DA670FDA93}" dt="2026-08-19T10:04:39.216" v="2566" actId="1076"/>
          <ac:picMkLst>
            <pc:docMk/>
            <pc:sldMk cId="484557630" sldId="261"/>
            <ac:picMk id="14" creationId="{1EB5E0DF-9683-6C38-76CB-F96DD8E00771}"/>
          </ac:picMkLst>
        </pc:picChg>
        <pc:picChg chg="add mod">
          <ac:chgData name="Daniel Kritzinger" userId="90d047faa2489697" providerId="LiveId" clId="{9BDD3C5B-20DD-496D-B8CE-46DA670FDA93}" dt="2026-08-19T10:04:33.411" v="2561" actId="1076"/>
          <ac:picMkLst>
            <pc:docMk/>
            <pc:sldMk cId="484557630" sldId="261"/>
            <ac:picMk id="16" creationId="{B1A4041A-F74A-2973-DBA6-9945B6301853}"/>
          </ac:picMkLst>
        </pc:picChg>
        <pc:picChg chg="add mod">
          <ac:chgData name="Daniel Kritzinger" userId="90d047faa2489697" providerId="LiveId" clId="{9BDD3C5B-20DD-496D-B8CE-46DA670FDA93}" dt="2026-08-19T10:05:27.376" v="2574" actId="1076"/>
          <ac:picMkLst>
            <pc:docMk/>
            <pc:sldMk cId="484557630" sldId="261"/>
            <ac:picMk id="18" creationId="{8116FDFB-D3A9-7EAD-0DFF-92903D82EAEE}"/>
          </ac:picMkLst>
        </pc:picChg>
        <pc:picChg chg="add mod">
          <ac:chgData name="Daniel Kritzinger" userId="90d047faa2489697" providerId="LiveId" clId="{9BDD3C5B-20DD-496D-B8CE-46DA670FDA93}" dt="2026-08-19T10:07:04.036" v="2616" actId="1076"/>
          <ac:picMkLst>
            <pc:docMk/>
            <pc:sldMk cId="484557630" sldId="261"/>
            <ac:picMk id="20" creationId="{EBAE2EDA-6912-72F6-7A07-B32DD79031CA}"/>
          </ac:picMkLst>
        </pc:picChg>
        <pc:picChg chg="add mod">
          <ac:chgData name="Daniel Kritzinger" userId="90d047faa2489697" providerId="LiveId" clId="{9BDD3C5B-20DD-496D-B8CE-46DA670FDA93}" dt="2026-08-19T10:09:41.460" v="2738" actId="1076"/>
          <ac:picMkLst>
            <pc:docMk/>
            <pc:sldMk cId="484557630" sldId="261"/>
            <ac:picMk id="22" creationId="{C85E745D-0F59-F181-C893-184976F92FC3}"/>
          </ac:picMkLst>
        </pc:picChg>
      </pc:sldChg>
      <pc:sldChg chg="new del">
        <pc:chgData name="Daniel Kritzinger" userId="90d047faa2489697" providerId="LiveId" clId="{9BDD3C5B-20DD-496D-B8CE-46DA670FDA93}" dt="2026-08-19T09:40:01.085" v="1416" actId="47"/>
        <pc:sldMkLst>
          <pc:docMk/>
          <pc:sldMk cId="3410157646" sldId="261"/>
        </pc:sldMkLst>
      </pc:sldChg>
      <pc:sldChg chg="modSp new del mod">
        <pc:chgData name="Daniel Kritzinger" userId="90d047faa2489697" providerId="LiveId" clId="{9BDD3C5B-20DD-496D-B8CE-46DA670FDA93}" dt="2026-08-19T09:54:01.621" v="1883" actId="47"/>
        <pc:sldMkLst>
          <pc:docMk/>
          <pc:sldMk cId="3933803696" sldId="261"/>
        </pc:sldMkLst>
        <pc:spChg chg="mod">
          <ac:chgData name="Daniel Kritzinger" userId="90d047faa2489697" providerId="LiveId" clId="{9BDD3C5B-20DD-496D-B8CE-46DA670FDA93}" dt="2026-08-19T09:40:21.094" v="1432" actId="14100"/>
          <ac:spMkLst>
            <pc:docMk/>
            <pc:sldMk cId="3933803696" sldId="261"/>
            <ac:spMk id="2" creationId="{81B122B1-26FC-186D-E5E7-98FE36CCF261}"/>
          </ac:spMkLst>
        </pc:spChg>
        <pc:spChg chg="mod">
          <ac:chgData name="Daniel Kritzinger" userId="90d047faa2489697" providerId="LiveId" clId="{9BDD3C5B-20DD-496D-B8CE-46DA670FDA93}" dt="2026-08-19T09:40:23.474" v="1433" actId="1076"/>
          <ac:spMkLst>
            <pc:docMk/>
            <pc:sldMk cId="3933803696" sldId="261"/>
            <ac:spMk id="3" creationId="{FFEB56D9-FD91-6C57-5A2A-7F670D282B93}"/>
          </ac:spMkLst>
        </pc:spChg>
        <pc:spChg chg="mod">
          <ac:chgData name="Daniel Kritzinger" userId="90d047faa2489697" providerId="LiveId" clId="{9BDD3C5B-20DD-496D-B8CE-46DA670FDA93}" dt="2026-08-19T09:45:05.132" v="1608" actId="20577"/>
          <ac:spMkLst>
            <pc:docMk/>
            <pc:sldMk cId="3933803696" sldId="261"/>
            <ac:spMk id="4" creationId="{4D893A1F-7914-9C99-4E5A-C65B4409E111}"/>
          </ac:spMkLst>
        </pc:spChg>
      </pc:sldChg>
      <pc:sldChg chg="addSp modSp new mod modAnim modNotesTx">
        <pc:chgData name="Daniel Kritzinger" userId="90d047faa2489697" providerId="LiveId" clId="{9BDD3C5B-20DD-496D-B8CE-46DA670FDA93}" dt="2026-08-19T10:18:53.406" v="3369" actId="20577"/>
        <pc:sldMkLst>
          <pc:docMk/>
          <pc:sldMk cId="883609151" sldId="262"/>
        </pc:sldMkLst>
        <pc:spChg chg="mod">
          <ac:chgData name="Daniel Kritzinger" userId="90d047faa2489697" providerId="LiveId" clId="{9BDD3C5B-20DD-496D-B8CE-46DA670FDA93}" dt="2026-08-19T10:12:18.385" v="2907" actId="1076"/>
          <ac:spMkLst>
            <pc:docMk/>
            <pc:sldMk cId="883609151" sldId="262"/>
            <ac:spMk id="2" creationId="{01CEA5A0-1717-1C0B-932B-6DCF1F251198}"/>
          </ac:spMkLst>
        </pc:spChg>
        <pc:spChg chg="mod">
          <ac:chgData name="Daniel Kritzinger" userId="90d047faa2489697" providerId="LiveId" clId="{9BDD3C5B-20DD-496D-B8CE-46DA670FDA93}" dt="2026-08-19T10:18:53.406" v="3369" actId="20577"/>
          <ac:spMkLst>
            <pc:docMk/>
            <pc:sldMk cId="883609151" sldId="262"/>
            <ac:spMk id="3" creationId="{B9E3CE7B-2C7F-1831-4C6C-78019F02DDB1}"/>
          </ac:spMkLst>
        </pc:spChg>
        <pc:spChg chg="add mod">
          <ac:chgData name="Daniel Kritzinger" userId="90d047faa2489697" providerId="LiveId" clId="{9BDD3C5B-20DD-496D-B8CE-46DA670FDA93}" dt="2026-08-19T10:17:34.417" v="3290" actId="1076"/>
          <ac:spMkLst>
            <pc:docMk/>
            <pc:sldMk cId="883609151" sldId="262"/>
            <ac:spMk id="4" creationId="{F763C7F3-2E22-621C-4C49-F2DAD592774C}"/>
          </ac:spMkLst>
        </pc:spChg>
        <pc:picChg chg="add mod">
          <ac:chgData name="Daniel Kritzinger" userId="90d047faa2489697" providerId="LiveId" clId="{9BDD3C5B-20DD-496D-B8CE-46DA670FDA93}" dt="2026-08-19T10:17:38.214" v="3293" actId="1076"/>
          <ac:picMkLst>
            <pc:docMk/>
            <pc:sldMk cId="883609151" sldId="262"/>
            <ac:picMk id="6" creationId="{C80A5C2E-D988-0886-16F5-70C3D0285CDD}"/>
          </ac:picMkLst>
        </pc:picChg>
      </pc:sldChg>
      <pc:sldChg chg="addSp modSp new mod modAnim">
        <pc:chgData name="Daniel Kritzinger" userId="90d047faa2489697" providerId="LiveId" clId="{9BDD3C5B-20DD-496D-B8CE-46DA670FDA93}" dt="2026-08-19T11:24:47.390" v="4633"/>
        <pc:sldMkLst>
          <pc:docMk/>
          <pc:sldMk cId="3534642335" sldId="263"/>
        </pc:sldMkLst>
        <pc:spChg chg="mod">
          <ac:chgData name="Daniel Kritzinger" userId="90d047faa2489697" providerId="LiveId" clId="{9BDD3C5B-20DD-496D-B8CE-46DA670FDA93}" dt="2026-08-19T10:20:08.679" v="3390" actId="1076"/>
          <ac:spMkLst>
            <pc:docMk/>
            <pc:sldMk cId="3534642335" sldId="263"/>
            <ac:spMk id="2" creationId="{5029F711-9E38-B4DE-612C-D2DE81A568C9}"/>
          </ac:spMkLst>
        </pc:spChg>
        <pc:spChg chg="mod">
          <ac:chgData name="Daniel Kritzinger" userId="90d047faa2489697" providerId="LiveId" clId="{9BDD3C5B-20DD-496D-B8CE-46DA670FDA93}" dt="2026-08-19T10:36:49.837" v="3885" actId="14100"/>
          <ac:spMkLst>
            <pc:docMk/>
            <pc:sldMk cId="3534642335" sldId="263"/>
            <ac:spMk id="3" creationId="{9D8567C6-1BB2-444B-4320-05FB442FABE5}"/>
          </ac:spMkLst>
        </pc:spChg>
        <pc:spChg chg="add mod">
          <ac:chgData name="Daniel Kritzinger" userId="90d047faa2489697" providerId="LiveId" clId="{9BDD3C5B-20DD-496D-B8CE-46DA670FDA93}" dt="2026-08-19T10:36:43.837" v="3884" actId="1076"/>
          <ac:spMkLst>
            <pc:docMk/>
            <pc:sldMk cId="3534642335" sldId="263"/>
            <ac:spMk id="4" creationId="{7F1A81CD-6224-F8F9-9A28-1318F4CAF35B}"/>
          </ac:spMkLst>
        </pc:spChg>
        <pc:spChg chg="add mod">
          <ac:chgData name="Daniel Kritzinger" userId="90d047faa2489697" providerId="LiveId" clId="{9BDD3C5B-20DD-496D-B8CE-46DA670FDA93}" dt="2026-08-19T10:40:00.667" v="4226" actId="14100"/>
          <ac:spMkLst>
            <pc:docMk/>
            <pc:sldMk cId="3534642335" sldId="263"/>
            <ac:spMk id="5" creationId="{FE5DB307-A2A6-58CF-E097-6FC5A00945DB}"/>
          </ac:spMkLst>
        </pc:spChg>
        <pc:spChg chg="add mod">
          <ac:chgData name="Daniel Kritzinger" userId="90d047faa2489697" providerId="LiveId" clId="{9BDD3C5B-20DD-496D-B8CE-46DA670FDA93}" dt="2026-08-19T10:41:14.257" v="4285" actId="20577"/>
          <ac:spMkLst>
            <pc:docMk/>
            <pc:sldMk cId="3534642335" sldId="263"/>
            <ac:spMk id="6" creationId="{155EB5E8-A260-56B6-1832-4916370C702F}"/>
          </ac:spMkLst>
        </pc:spChg>
      </pc:sldChg>
      <pc:sldChg chg="addSp delSp modSp new add del mod">
        <pc:chgData name="Daniel Kritzinger" userId="90d047faa2489697" providerId="LiveId" clId="{9BDD3C5B-20DD-496D-B8CE-46DA670FDA93}" dt="2026-08-19T10:58:31.478" v="4415" actId="47"/>
        <pc:sldMkLst>
          <pc:docMk/>
          <pc:sldMk cId="2070235579" sldId="264"/>
        </pc:sldMkLst>
        <pc:spChg chg="mod">
          <ac:chgData name="Daniel Kritzinger" userId="90d047faa2489697" providerId="LiveId" clId="{9BDD3C5B-20DD-496D-B8CE-46DA670FDA93}" dt="2026-08-19T10:41:32.764" v="4302" actId="5793"/>
          <ac:spMkLst>
            <pc:docMk/>
            <pc:sldMk cId="2070235579" sldId="264"/>
            <ac:spMk id="2" creationId="{B4847488-7B97-FA01-30BE-97B86E310BB7}"/>
          </ac:spMkLst>
        </pc:spChg>
        <pc:spChg chg="del mod">
          <ac:chgData name="Daniel Kritzinger" userId="90d047faa2489697" providerId="LiveId" clId="{9BDD3C5B-20DD-496D-B8CE-46DA670FDA93}" dt="2026-08-19T10:41:35.888" v="4303" actId="478"/>
          <ac:spMkLst>
            <pc:docMk/>
            <pc:sldMk cId="2070235579" sldId="264"/>
            <ac:spMk id="3" creationId="{F71D8492-7B33-6FE0-9062-5FDFE43FA13B}"/>
          </ac:spMkLst>
        </pc:spChg>
        <pc:picChg chg="add del mod modCrop">
          <ac:chgData name="Daniel Kritzinger" userId="90d047faa2489697" providerId="LiveId" clId="{9BDD3C5B-20DD-496D-B8CE-46DA670FDA93}" dt="2026-08-19T10:57:11.709" v="4381" actId="478"/>
          <ac:picMkLst>
            <pc:docMk/>
            <pc:sldMk cId="2070235579" sldId="264"/>
            <ac:picMk id="5" creationId="{85A2056A-3F4C-27AB-A1B6-677DA8D12513}"/>
          </ac:picMkLst>
        </pc:picChg>
        <pc:picChg chg="add del mod modCrop">
          <ac:chgData name="Daniel Kritzinger" userId="90d047faa2489697" providerId="LiveId" clId="{9BDD3C5B-20DD-496D-B8CE-46DA670FDA93}" dt="2026-08-19T10:43:17.276" v="4323" actId="478"/>
          <ac:picMkLst>
            <pc:docMk/>
            <pc:sldMk cId="2070235579" sldId="264"/>
            <ac:picMk id="7" creationId="{034742C1-0636-64ED-FBA8-B672069BD4E5}"/>
          </ac:picMkLst>
        </pc:picChg>
        <pc:picChg chg="add del mod modCrop">
          <ac:chgData name="Daniel Kritzinger" userId="90d047faa2489697" providerId="LiveId" clId="{9BDD3C5B-20DD-496D-B8CE-46DA670FDA93}" dt="2026-08-19T10:57:21.468" v="4384" actId="21"/>
          <ac:picMkLst>
            <pc:docMk/>
            <pc:sldMk cId="2070235579" sldId="264"/>
            <ac:picMk id="9" creationId="{3B8228BF-06B6-CD62-E08D-B6C3F5B573D4}"/>
          </ac:picMkLst>
        </pc:picChg>
      </pc:sldChg>
      <pc:sldChg chg="addSp delSp modSp add mod">
        <pc:chgData name="Daniel Kritzinger" userId="90d047faa2489697" providerId="LiveId" clId="{9BDD3C5B-20DD-496D-B8CE-46DA670FDA93}" dt="2026-08-19T10:49:38.903" v="4360" actId="1076"/>
        <pc:sldMkLst>
          <pc:docMk/>
          <pc:sldMk cId="1756260184" sldId="265"/>
        </pc:sldMkLst>
        <pc:picChg chg="add del mod modCrop">
          <ac:chgData name="Daniel Kritzinger" userId="90d047faa2489697" providerId="LiveId" clId="{9BDD3C5B-20DD-496D-B8CE-46DA670FDA93}" dt="2026-08-19T10:44:44.030" v="4342" actId="478"/>
          <ac:picMkLst>
            <pc:docMk/>
            <pc:sldMk cId="1756260184" sldId="265"/>
            <ac:picMk id="4" creationId="{F9B873F1-814D-6AD0-8EB4-6669B22956E7}"/>
          </ac:picMkLst>
        </pc:picChg>
        <pc:picChg chg="del">
          <ac:chgData name="Daniel Kritzinger" userId="90d047faa2489697" providerId="LiveId" clId="{9BDD3C5B-20DD-496D-B8CE-46DA670FDA93}" dt="2026-08-19T10:44:15.582" v="4335" actId="478"/>
          <ac:picMkLst>
            <pc:docMk/>
            <pc:sldMk cId="1756260184" sldId="265"/>
            <ac:picMk id="5" creationId="{CCC7C52B-212A-F750-AFCE-084E8E1539BA}"/>
          </ac:picMkLst>
        </pc:picChg>
        <pc:picChg chg="add del mod">
          <ac:chgData name="Daniel Kritzinger" userId="90d047faa2489697" providerId="LiveId" clId="{9BDD3C5B-20DD-496D-B8CE-46DA670FDA93}" dt="2026-08-19T10:47:59.311" v="4347" actId="478"/>
          <ac:picMkLst>
            <pc:docMk/>
            <pc:sldMk cId="1756260184" sldId="265"/>
            <ac:picMk id="7" creationId="{64286E43-5316-C7C9-855A-FAEE36578B6B}"/>
          </ac:picMkLst>
        </pc:picChg>
        <pc:picChg chg="del">
          <ac:chgData name="Daniel Kritzinger" userId="90d047faa2489697" providerId="LiveId" clId="{9BDD3C5B-20DD-496D-B8CE-46DA670FDA93}" dt="2026-08-19T10:44:15.931" v="4336" actId="478"/>
          <ac:picMkLst>
            <pc:docMk/>
            <pc:sldMk cId="1756260184" sldId="265"/>
            <ac:picMk id="9" creationId="{592D2EB9-1A67-14E8-7F1C-BD2296B0694D}"/>
          </ac:picMkLst>
        </pc:picChg>
        <pc:picChg chg="add mod modCrop">
          <ac:chgData name="Daniel Kritzinger" userId="90d047faa2489697" providerId="LiveId" clId="{9BDD3C5B-20DD-496D-B8CE-46DA670FDA93}" dt="2026-08-19T10:49:38.903" v="4360" actId="1076"/>
          <ac:picMkLst>
            <pc:docMk/>
            <pc:sldMk cId="1756260184" sldId="265"/>
            <ac:picMk id="10" creationId="{EA28E0D9-B78A-BAF4-1596-8F05BF6A7A44}"/>
          </ac:picMkLst>
        </pc:picChg>
      </pc:sldChg>
      <pc:sldChg chg="addSp delSp modSp add mod ord modAnim">
        <pc:chgData name="Daniel Kritzinger" userId="90d047faa2489697" providerId="LiveId" clId="{9BDD3C5B-20DD-496D-B8CE-46DA670FDA93}" dt="2026-08-19T11:31:49.587" v="4664"/>
        <pc:sldMkLst>
          <pc:docMk/>
          <pc:sldMk cId="970228766" sldId="266"/>
        </pc:sldMkLst>
        <pc:picChg chg="add mod ord">
          <ac:chgData name="Daniel Kritzinger" userId="90d047faa2489697" providerId="LiveId" clId="{9BDD3C5B-20DD-496D-B8CE-46DA670FDA93}" dt="2026-08-19T11:31:45.970" v="4663" actId="1076"/>
          <ac:picMkLst>
            <pc:docMk/>
            <pc:sldMk cId="970228766" sldId="266"/>
            <ac:picMk id="4" creationId="{635124E7-AAB3-E19C-35BB-E46822861A0C}"/>
          </ac:picMkLst>
        </pc:picChg>
        <pc:picChg chg="add mod">
          <ac:chgData name="Daniel Kritzinger" userId="90d047faa2489697" providerId="LiveId" clId="{9BDD3C5B-20DD-496D-B8CE-46DA670FDA93}" dt="2026-08-19T10:58:15.784" v="4412" actId="1076"/>
          <ac:picMkLst>
            <pc:docMk/>
            <pc:sldMk cId="970228766" sldId="266"/>
            <ac:picMk id="6" creationId="{D677578C-89C3-B385-F7CB-643E8137AF07}"/>
          </ac:picMkLst>
        </pc:picChg>
        <pc:picChg chg="add mod">
          <ac:chgData name="Daniel Kritzinger" userId="90d047faa2489697" providerId="LiveId" clId="{9BDD3C5B-20DD-496D-B8CE-46DA670FDA93}" dt="2026-08-19T11:31:29.902" v="4655" actId="1076"/>
          <ac:picMkLst>
            <pc:docMk/>
            <pc:sldMk cId="970228766" sldId="266"/>
            <ac:picMk id="8" creationId="{F8810189-105B-42A4-63BD-C4DD63A1AB58}"/>
          </ac:picMkLst>
        </pc:picChg>
        <pc:picChg chg="del">
          <ac:chgData name="Daniel Kritzinger" userId="90d047faa2489697" providerId="LiveId" clId="{9BDD3C5B-20DD-496D-B8CE-46DA670FDA93}" dt="2026-08-19T10:50:10.931" v="4362" actId="478"/>
          <ac:picMkLst>
            <pc:docMk/>
            <pc:sldMk cId="970228766" sldId="266"/>
            <ac:picMk id="10" creationId="{754FFB2B-B6B5-7B51-897E-D1DFE1323224}"/>
          </ac:picMkLst>
        </pc:picChg>
        <pc:picChg chg="add mod ord modCrop">
          <ac:chgData name="Daniel Kritzinger" userId="90d047faa2489697" providerId="LiveId" clId="{9BDD3C5B-20DD-496D-B8CE-46DA670FDA93}" dt="2026-08-19T11:30:45.472" v="4642" actId="167"/>
          <ac:picMkLst>
            <pc:docMk/>
            <pc:sldMk cId="970228766" sldId="266"/>
            <ac:picMk id="11" creationId="{26082488-97DF-EFCB-F569-6165D4071189}"/>
          </ac:picMkLst>
        </pc:picChg>
      </pc:sldChg>
      <pc:sldChg chg="addSp delSp modSp new mod">
        <pc:chgData name="Daniel Kritzinger" userId="90d047faa2489697" providerId="LiveId" clId="{9BDD3C5B-20DD-496D-B8CE-46DA670FDA93}" dt="2026-08-19T11:37:40.254" v="4746" actId="1076"/>
        <pc:sldMkLst>
          <pc:docMk/>
          <pc:sldMk cId="1158796888" sldId="267"/>
        </pc:sldMkLst>
        <pc:spChg chg="mod">
          <ac:chgData name="Daniel Kritzinger" userId="90d047faa2489697" providerId="LiveId" clId="{9BDD3C5B-20DD-496D-B8CE-46DA670FDA93}" dt="2026-08-19T10:59:37.241" v="4434" actId="14100"/>
          <ac:spMkLst>
            <pc:docMk/>
            <pc:sldMk cId="1158796888" sldId="267"/>
            <ac:spMk id="2" creationId="{67319053-4285-E957-6160-D5FC3359A5C8}"/>
          </ac:spMkLst>
        </pc:spChg>
        <pc:spChg chg="mod">
          <ac:chgData name="Daniel Kritzinger" userId="90d047faa2489697" providerId="LiveId" clId="{9BDD3C5B-20DD-496D-B8CE-46DA670FDA93}" dt="2026-08-19T11:37:32.931" v="4743" actId="20577"/>
          <ac:spMkLst>
            <pc:docMk/>
            <pc:sldMk cId="1158796888" sldId="267"/>
            <ac:spMk id="3" creationId="{7FC68B6E-B1B7-22B2-7EFF-8FEDABC85BE5}"/>
          </ac:spMkLst>
        </pc:spChg>
        <pc:spChg chg="del">
          <ac:chgData name="Daniel Kritzinger" userId="90d047faa2489697" providerId="LiveId" clId="{9BDD3C5B-20DD-496D-B8CE-46DA670FDA93}" dt="2026-08-19T11:37:00.911" v="4699"/>
          <ac:spMkLst>
            <pc:docMk/>
            <pc:sldMk cId="1158796888" sldId="267"/>
            <ac:spMk id="4" creationId="{F34A0163-24B7-3871-DE57-E110A540036E}"/>
          </ac:spMkLst>
        </pc:spChg>
        <pc:spChg chg="add del mod">
          <ac:chgData name="Daniel Kritzinger" userId="90d047faa2489697" providerId="LiveId" clId="{9BDD3C5B-20DD-496D-B8CE-46DA670FDA93}" dt="2026-08-19T11:37:03.420" v="4701" actId="478"/>
          <ac:spMkLst>
            <pc:docMk/>
            <pc:sldMk cId="1158796888" sldId="267"/>
            <ac:spMk id="10" creationId="{D2B3BA4C-C3A9-ADCD-7E78-6FB5464D791F}"/>
          </ac:spMkLst>
        </pc:spChg>
        <pc:graphicFrameChg chg="add del mod">
          <ac:chgData name="Daniel Kritzinger" userId="90d047faa2489697" providerId="LiveId" clId="{9BDD3C5B-20DD-496D-B8CE-46DA670FDA93}" dt="2026-08-19T11:36:27.175" v="4695" actId="478"/>
          <ac:graphicFrameMkLst>
            <pc:docMk/>
            <pc:sldMk cId="1158796888" sldId="267"/>
            <ac:graphicFrameMk id="5" creationId="{D9858763-880A-E4E0-D526-CF4BF81E3241}"/>
          </ac:graphicFrameMkLst>
        </pc:graphicFrameChg>
        <pc:graphicFrameChg chg="add del mod">
          <ac:chgData name="Daniel Kritzinger" userId="90d047faa2489697" providerId="LiveId" clId="{9BDD3C5B-20DD-496D-B8CE-46DA670FDA93}" dt="2026-08-19T11:36:30.449" v="4697" actId="478"/>
          <ac:graphicFrameMkLst>
            <pc:docMk/>
            <pc:sldMk cId="1158796888" sldId="267"/>
            <ac:graphicFrameMk id="6" creationId="{D1A69A43-D05D-4280-32BD-3EC17EE7D55E}"/>
          </ac:graphicFrameMkLst>
        </pc:graphicFrameChg>
        <pc:picChg chg="add del mod ord">
          <ac:chgData name="Daniel Kritzinger" userId="90d047faa2489697" providerId="LiveId" clId="{9BDD3C5B-20DD-496D-B8CE-46DA670FDA93}" dt="2026-08-19T11:37:02.991" v="4700" actId="478"/>
          <ac:picMkLst>
            <pc:docMk/>
            <pc:sldMk cId="1158796888" sldId="267"/>
            <ac:picMk id="8" creationId="{5D32F9BE-B224-E7C9-6366-C89F6FED04A6}"/>
          </ac:picMkLst>
        </pc:picChg>
        <pc:picChg chg="add mod">
          <ac:chgData name="Daniel Kritzinger" userId="90d047faa2489697" providerId="LiveId" clId="{9BDD3C5B-20DD-496D-B8CE-46DA670FDA93}" dt="2026-08-19T11:37:40.254" v="4746" actId="1076"/>
          <ac:picMkLst>
            <pc:docMk/>
            <pc:sldMk cId="1158796888" sldId="267"/>
            <ac:picMk id="12" creationId="{99DF5153-E06A-A688-4455-9C89CCECBA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8D4D9-0DF7-441B-AD4C-4CDCD1DF9868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888A9-CB80-48EE-A782-E148B53E6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517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end, you are actually going to have to build the thing you have designed. Make things easy for yourself by considering this aspect during the design process.</a:t>
            </a:r>
          </a:p>
          <a:p>
            <a:endParaRPr lang="en-US" dirty="0"/>
          </a:p>
          <a:p>
            <a:r>
              <a:rPr lang="en-US" dirty="0"/>
              <a:t>Waste of time to design something not manufacturable.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888A9-CB80-48EE-A782-E148B53E6AE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697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Geometry: We do not 3D print a box. Flat parts are laser cut and assembled. For complex geometry, however, 3D printing comes in handy.</a:t>
            </a:r>
          </a:p>
          <a:p>
            <a:endParaRPr lang="en-US" dirty="0"/>
          </a:p>
          <a:p>
            <a:r>
              <a:rPr lang="en-US" dirty="0"/>
              <a:t>Material: Which material properties are needed? Water resistant? Structural integrity? Transparent?</a:t>
            </a:r>
          </a:p>
          <a:p>
            <a:endParaRPr lang="en-US" dirty="0"/>
          </a:p>
          <a:p>
            <a:r>
              <a:rPr lang="en-US" dirty="0"/>
              <a:t>Function: Structural or cosmetic?</a:t>
            </a:r>
          </a:p>
          <a:p>
            <a:endParaRPr lang="en-US" dirty="0"/>
          </a:p>
          <a:p>
            <a:r>
              <a:rPr lang="en-US" dirty="0"/>
              <a:t>Time: Manufacturing and post-processing time.</a:t>
            </a:r>
          </a:p>
          <a:p>
            <a:endParaRPr lang="en-US" dirty="0"/>
          </a:p>
          <a:p>
            <a:r>
              <a:rPr lang="en-US" dirty="0"/>
              <a:t>Cost: In real world, cost is obviously an important factor.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888A9-CB80-48EE-A782-E148B53E6AE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707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brackets, spacers,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888A9-CB80-48EE-A782-E148B53E6AE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67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large part – decide if it HAS to be one part, or if it could be assemble from smaller prints.</a:t>
            </a:r>
          </a:p>
          <a:p>
            <a:endParaRPr lang="en-US" dirty="0"/>
          </a:p>
          <a:p>
            <a:r>
              <a:rPr lang="en-US" dirty="0"/>
              <a:t>Hollow part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888A9-CB80-48EE-A782-E148B53E6AE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064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 fit – hole is slightly smaller than the shaft</a:t>
            </a:r>
          </a:p>
          <a:p>
            <a:r>
              <a:rPr lang="en-US" dirty="0"/>
              <a:t>Sliding fit – hole is larger than the shaft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888A9-CB80-48EE-A782-E148B53E6AE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34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10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15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160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715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45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06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79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38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5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57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15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12227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7938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69622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67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316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7731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928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87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697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292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4384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7252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7702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1248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360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883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1888-4A65-496B-9E04-2A5FEDB76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A3287-8956-D20A-0E54-868F3B1E2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22A28-6771-0C37-D9F4-E80F5CC6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A1AB4-7020-88A7-A427-1307185A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DBB00-DDE9-FAF6-DE5B-DE8C6792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02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DBE4189F-3C85-43D9-A68B-85FFC2EFF71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9AF7CCC4-198D-419D-AE28-54B0A5D191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652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E709-B4E8-EEA6-7656-775DB4F71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for manufacturing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CC264-DBED-56FA-F6C7-5C255F8B9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Kritzinger</a:t>
            </a:r>
          </a:p>
          <a:p>
            <a:r>
              <a:rPr lang="en-US" dirty="0"/>
              <a:t>37427180@mynwu.ac.za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841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84A5-6244-C9A2-0317-D4DA26EA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Thus far…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A8A41-F87C-7A39-E4C6-FE9613F580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086" y="2368297"/>
            <a:ext cx="5749392" cy="2703236"/>
          </a:xfrm>
        </p:spPr>
        <p:txBody>
          <a:bodyPr/>
          <a:lstStyle/>
          <a:p>
            <a:r>
              <a:rPr lang="en-US" dirty="0"/>
              <a:t>Requirements sorted</a:t>
            </a:r>
          </a:p>
          <a:p>
            <a:r>
              <a:rPr lang="en-US" dirty="0"/>
              <a:t>Functional flow agreed on</a:t>
            </a:r>
          </a:p>
          <a:p>
            <a:r>
              <a:rPr lang="en-US" dirty="0"/>
              <a:t>Physical architecture layout completed</a:t>
            </a:r>
          </a:p>
          <a:p>
            <a:r>
              <a:rPr lang="en-US" dirty="0"/>
              <a:t>Detail design finished</a:t>
            </a:r>
          </a:p>
          <a:p>
            <a:r>
              <a:rPr lang="en-US" dirty="0"/>
              <a:t>Components selected</a:t>
            </a:r>
          </a:p>
          <a:p>
            <a:endParaRPr lang="en-US" dirty="0"/>
          </a:p>
          <a:p>
            <a:r>
              <a:rPr lang="en-US" b="1" dirty="0"/>
              <a:t>DESIGN NOT COMPLETE UNTIL MANUFACTURABILITY HAS BEEN CONSIDERED. </a:t>
            </a:r>
          </a:p>
          <a:p>
            <a:endParaRPr lang="en-US" b="1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46444A9-7A87-B9B4-736E-1EC1EB4A6F8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8" r="27778"/>
          <a:stretch>
            <a:fillRect/>
          </a:stretch>
        </p:blipFill>
        <p:spPr>
          <a:prstGeom prst="rect">
            <a:avLst/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326FCA-7E4F-2210-DF6F-48D6DB827B77}"/>
              </a:ext>
            </a:extLst>
          </p:cNvPr>
          <p:cNvSpPr txBox="1"/>
          <p:nvPr/>
        </p:nvSpPr>
        <p:spPr>
          <a:xfrm>
            <a:off x="8415867" y="6172200"/>
            <a:ext cx="353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display purposes only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09C88-F8FD-A857-1E61-6D3E46176C33}"/>
              </a:ext>
            </a:extLst>
          </p:cNvPr>
          <p:cNvSpPr txBox="1"/>
          <p:nvPr/>
        </p:nvSpPr>
        <p:spPr>
          <a:xfrm>
            <a:off x="1088136" y="5705363"/>
            <a:ext cx="519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Manufacturing constraints are design constraints.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9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375-B5E7-EA95-08B8-E8C16FF2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process selection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Consider: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1CAEF-A34D-BE1D-05DD-3A2984D33C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0940" y="2484255"/>
            <a:ext cx="8467558" cy="3539514"/>
          </a:xfrm>
        </p:spPr>
        <p:txBody>
          <a:bodyPr/>
          <a:lstStyle/>
          <a:p>
            <a:r>
              <a:rPr lang="en-US" dirty="0"/>
              <a:t>Geometry</a:t>
            </a:r>
          </a:p>
          <a:p>
            <a:r>
              <a:rPr lang="en-US" dirty="0"/>
              <a:t>Material</a:t>
            </a:r>
          </a:p>
          <a:p>
            <a:r>
              <a:rPr lang="en-US" dirty="0"/>
              <a:t>Function</a:t>
            </a:r>
          </a:p>
          <a:p>
            <a:r>
              <a:rPr lang="en-US" dirty="0"/>
              <a:t>Time/quantity</a:t>
            </a:r>
          </a:p>
          <a:p>
            <a:r>
              <a:rPr lang="en-US" dirty="0"/>
              <a:t>Cost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0B0F99-EE2A-6328-6B06-D5D3C9FDA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969" y="2314511"/>
            <a:ext cx="6843963" cy="38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7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9639-8139-BBF8-7AA0-10CC5C0B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873" y="461800"/>
            <a:ext cx="3696859" cy="1505157"/>
          </a:xfrm>
        </p:spPr>
        <p:txBody>
          <a:bodyPr/>
          <a:lstStyle/>
          <a:p>
            <a:r>
              <a:rPr lang="en-US" dirty="0"/>
              <a:t>Laser cutting</a:t>
            </a:r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678886E-3A3E-215A-9D8B-5AEC2E168C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4" r="3284"/>
          <a:stretch>
            <a:fillRect/>
          </a:stretch>
        </p:blipFill>
        <p:spPr>
          <a:xfrm>
            <a:off x="365343" y="1574799"/>
            <a:ext cx="2574026" cy="2459565"/>
          </a:xfrm>
          <a:prstGeom prst="rect">
            <a:avLst/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2343A-D988-5A9D-7856-3D679D812B4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1800" dirty="0"/>
              <a:t>Flat geometry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Good for enclosures and other structural elements.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Can be assembled if slightly more complex shapes or more thickness is desired.</a:t>
            </a:r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sz="1800" dirty="0"/>
              <a:t>Much faster and potentially cheaper than 3D printing for large parts.</a:t>
            </a:r>
          </a:p>
          <a:p>
            <a:pPr marL="285750" indent="-285750">
              <a:buFontTx/>
              <a:buChar char="-"/>
            </a:pPr>
            <a:endParaRPr lang="en-US" sz="1800" b="1" dirty="0"/>
          </a:p>
          <a:p>
            <a:r>
              <a:rPr lang="en-US" sz="1800" b="1" dirty="0"/>
              <a:t>Important considerations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DXF format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Consider machine limits regarding cutting area and material thickness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Distinguish cutting vs engraving lines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Consider kerf</a:t>
            </a:r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sz="1800" dirty="0"/>
              <a:t>Have a look at the </a:t>
            </a:r>
            <a:r>
              <a:rPr lang="en-US" sz="1800" dirty="0" err="1"/>
              <a:t>eFundi</a:t>
            </a:r>
            <a:r>
              <a:rPr lang="en-US" sz="1800" dirty="0"/>
              <a:t> site for detailed requirements.</a:t>
            </a:r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endParaRPr lang="en-GB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BF0AC-D5FA-A169-A840-DF107D903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615" y="3816835"/>
            <a:ext cx="2600938" cy="214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5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A970-2E66-C2D6-2C68-9691CEE3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732536"/>
            <a:ext cx="5749392" cy="901531"/>
          </a:xfrm>
        </p:spPr>
        <p:txBody>
          <a:bodyPr/>
          <a:lstStyle/>
          <a:p>
            <a:r>
              <a:rPr lang="en-US" dirty="0"/>
              <a:t>3D printing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1AC2F-1492-73DE-8B2A-330E143312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936" y="1855893"/>
            <a:ext cx="5749392" cy="36941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Good for complex geometries like sensor mounts, knobs, gears and complex brackets.</a:t>
            </a:r>
          </a:p>
          <a:p>
            <a:r>
              <a:rPr lang="en-US" dirty="0"/>
              <a:t>Parts that can not be constructed from flat sheets</a:t>
            </a:r>
          </a:p>
          <a:p>
            <a:r>
              <a:rPr lang="en-US" dirty="0"/>
              <a:t>Large parts can be assembled from multiple prints if laser cut sheets and fasteners can not do the job.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Important considerations</a:t>
            </a:r>
          </a:p>
          <a:p>
            <a:pPr>
              <a:buFontTx/>
              <a:buChar char="-"/>
            </a:pPr>
            <a:r>
              <a:rPr lang="en-US" dirty="0"/>
              <a:t>Build volume and printing time</a:t>
            </a:r>
          </a:p>
          <a:p>
            <a:pPr>
              <a:buFontTx/>
              <a:buChar char="-"/>
            </a:pPr>
            <a:r>
              <a:rPr lang="en-US" dirty="0" err="1"/>
              <a:t>Minimise</a:t>
            </a:r>
            <a:r>
              <a:rPr lang="en-US" dirty="0"/>
              <a:t> overhangs and supports and post processing</a:t>
            </a:r>
          </a:p>
          <a:p>
            <a:pPr>
              <a:buFontTx/>
              <a:buChar char="-"/>
            </a:pPr>
            <a:r>
              <a:rPr lang="en-US" dirty="0"/>
              <a:t>Mechanical strength – 3D prints are anisotropic.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B5E0DF-9683-6C38-76CB-F96DD8E00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527" y="3495379"/>
            <a:ext cx="4234543" cy="1449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4041A-F74A-2973-DBA6-9945B6301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13" y="3067"/>
            <a:ext cx="3425932" cy="34259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16FDFB-D3A9-7EAD-0DFF-92903D82EA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104" y="3702981"/>
            <a:ext cx="2413694" cy="31013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AE2EDA-6912-72F6-7A07-B32DD79031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72" y="3483666"/>
            <a:ext cx="2329024" cy="33743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5E745D-0F59-F181-C893-184976F92F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328" y="136039"/>
            <a:ext cx="5508077" cy="66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5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A5A0-1717-1C0B-932B-6DCF1F25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697" y="733102"/>
            <a:ext cx="8479072" cy="1395553"/>
          </a:xfrm>
        </p:spPr>
        <p:txBody>
          <a:bodyPr/>
          <a:lstStyle/>
          <a:p>
            <a:r>
              <a:rPr lang="en-US" dirty="0"/>
              <a:t>Tolerances and interfaces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CE7B-2C7F-1831-4C6C-78019F02DD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63463" y="1918749"/>
            <a:ext cx="8467558" cy="1131012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Consider dimensional variation. A 5mm hole will likely measure closer to 4.7mm in the final print.</a:t>
            </a:r>
          </a:p>
          <a:p>
            <a:pPr marL="342900" indent="-342900">
              <a:buFontTx/>
              <a:buChar char="-"/>
            </a:pPr>
            <a:r>
              <a:rPr lang="en-US" dirty="0"/>
              <a:t>Include clearances where necessary, keeping the required fit type in mind.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63C7F3-2E22-621C-4C49-F2DAD592774C}"/>
              </a:ext>
            </a:extLst>
          </p:cNvPr>
          <p:cNvSpPr txBox="1">
            <a:spLocks/>
          </p:cNvSpPr>
          <p:nvPr/>
        </p:nvSpPr>
        <p:spPr>
          <a:xfrm>
            <a:off x="328463" y="3615267"/>
            <a:ext cx="8467558" cy="82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“What happens if the manufactured part is 0.2mm larger than expected?”</a:t>
            </a:r>
          </a:p>
          <a:p>
            <a:pPr marL="342900" indent="-342900">
              <a:buFontTx/>
              <a:buChar char="-"/>
            </a:pPr>
            <a:r>
              <a:rPr lang="en-US" dirty="0"/>
              <a:t>Press fit vs Sliding fit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A5C2E-D988-0886-16F5-70C3D0285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553" y="3970867"/>
            <a:ext cx="4559314" cy="28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0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9053-4285-E957-6160-D5FC3359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36" y="512064"/>
            <a:ext cx="5749392" cy="656336"/>
          </a:xfrm>
        </p:spPr>
        <p:txBody>
          <a:bodyPr/>
          <a:lstStyle/>
          <a:p>
            <a:r>
              <a:rPr lang="en-US" dirty="0"/>
              <a:t>Fabrication lab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68B6E-B1B7-22B2-7EFF-8FEDABC85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7936" y="1557867"/>
            <a:ext cx="5749392" cy="4788069"/>
          </a:xfrm>
        </p:spPr>
        <p:txBody>
          <a:bodyPr/>
          <a:lstStyle/>
          <a:p>
            <a:r>
              <a:rPr lang="en-US" dirty="0"/>
              <a:t>Lathe parts/welding</a:t>
            </a:r>
          </a:p>
          <a:p>
            <a:r>
              <a:rPr lang="en-US" dirty="0"/>
              <a:t>Steel/brass/</a:t>
            </a:r>
            <a:r>
              <a:rPr lang="en-US" dirty="0" err="1"/>
              <a:t>aluminium</a:t>
            </a:r>
            <a:endParaRPr lang="en-US" dirty="0"/>
          </a:p>
          <a:p>
            <a:r>
              <a:rPr lang="en-US" dirty="0"/>
              <a:t>Remember HIRA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DF5153-E06A-A688-4455-9C89CCECB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867" y="639235"/>
            <a:ext cx="6564371" cy="506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96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F711-9E38-B4DE-612C-D2DE81A56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83" y="428302"/>
            <a:ext cx="8479072" cy="1395553"/>
          </a:xfrm>
        </p:spPr>
        <p:txBody>
          <a:bodyPr/>
          <a:lstStyle/>
          <a:p>
            <a:r>
              <a:rPr lang="en-US" dirty="0"/>
              <a:t>Design for assembly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67C6-1BB2-444B-4320-05FB442FA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8497" y="1896309"/>
            <a:ext cx="7132903" cy="465890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A part can be manufacturable but still be horrible to assemble.</a:t>
            </a:r>
          </a:p>
          <a:p>
            <a:pPr marL="342900" indent="-342900">
              <a:buFontTx/>
              <a:buChar char="-"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1A81CD-6224-F8F9-9A28-1318F4CAF35B}"/>
              </a:ext>
            </a:extLst>
          </p:cNvPr>
          <p:cNvSpPr txBox="1">
            <a:spLocks/>
          </p:cNvSpPr>
          <p:nvPr/>
        </p:nvSpPr>
        <p:spPr>
          <a:xfrm>
            <a:off x="258497" y="2886911"/>
            <a:ext cx="6557170" cy="2277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Can I reach that screw?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Can I insert that component once the whole system is assembled, and remove it again later?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Does assembly require three hands?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Are the wires accessible?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Can failed components be replaced? (from experience)</a:t>
            </a:r>
          </a:p>
          <a:p>
            <a:pPr marL="342900" indent="-342900">
              <a:buFontTx/>
              <a:buChar char="-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DB307-A2A6-58CF-E097-6FC5A00945DB}"/>
              </a:ext>
            </a:extLst>
          </p:cNvPr>
          <p:cNvSpPr txBox="1"/>
          <p:nvPr/>
        </p:nvSpPr>
        <p:spPr>
          <a:xfrm>
            <a:off x="7628466" y="1185333"/>
            <a:ext cx="45635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DFM checklist</a:t>
            </a:r>
          </a:p>
          <a:p>
            <a:pPr marL="342900" indent="-342900">
              <a:buAutoNum type="arabicPeriod"/>
            </a:pPr>
            <a:r>
              <a:rPr lang="en-US" dirty="0"/>
              <a:t>Does the part actually need to exist?</a:t>
            </a:r>
          </a:p>
          <a:p>
            <a:pPr marL="342900" indent="-342900">
              <a:buAutoNum type="arabicPeriod"/>
            </a:pPr>
            <a:r>
              <a:rPr lang="en-US" dirty="0"/>
              <a:t>Can I buy it instead?</a:t>
            </a:r>
          </a:p>
          <a:p>
            <a:pPr marL="342900" indent="-342900">
              <a:buAutoNum type="arabicPeriod"/>
            </a:pPr>
            <a:r>
              <a:rPr lang="en-US" dirty="0"/>
              <a:t>Most appropriate manufacturing process?</a:t>
            </a:r>
          </a:p>
          <a:p>
            <a:pPr marL="342900" indent="-342900">
              <a:buAutoNum type="arabicPeriod"/>
            </a:pPr>
            <a:r>
              <a:rPr lang="en-US" dirty="0"/>
              <a:t>Which material?</a:t>
            </a:r>
          </a:p>
          <a:p>
            <a:pPr marL="342900" indent="-342900">
              <a:buAutoNum type="arabicPeriod"/>
            </a:pPr>
            <a:r>
              <a:rPr lang="en-US" dirty="0"/>
              <a:t>Tolerances?</a:t>
            </a:r>
          </a:p>
          <a:p>
            <a:pPr marL="342900" indent="-342900">
              <a:buAutoNum type="arabicPeriod"/>
            </a:pPr>
            <a:r>
              <a:rPr lang="en-US" dirty="0"/>
              <a:t>How long will it take to manufacture?</a:t>
            </a:r>
          </a:p>
          <a:p>
            <a:pPr marL="342900" indent="-342900">
              <a:buAutoNum type="arabicPeriod"/>
            </a:pPr>
            <a:r>
              <a:rPr lang="en-US" dirty="0"/>
              <a:t>How will it be assembled?</a:t>
            </a:r>
          </a:p>
          <a:p>
            <a:pPr marL="342900" indent="-342900">
              <a:buAutoNum type="arabicPeriod"/>
            </a:pPr>
            <a:r>
              <a:rPr lang="en-US" dirty="0"/>
              <a:t>Can it be easily repaired?</a:t>
            </a:r>
          </a:p>
          <a:p>
            <a:pPr marL="342900" indent="-342900">
              <a:buAutoNum type="arabicPeriod"/>
            </a:pPr>
            <a:r>
              <a:rPr lang="en-US" dirty="0"/>
              <a:t>Are the limitations of the available machines considered?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EB5E8-A260-56B6-1832-4916370C702F}"/>
              </a:ext>
            </a:extLst>
          </p:cNvPr>
          <p:cNvSpPr txBox="1"/>
          <p:nvPr/>
        </p:nvSpPr>
        <p:spPr>
          <a:xfrm>
            <a:off x="3208867" y="5906478"/>
            <a:ext cx="5774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Design with manufacturability in mind.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64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BA45-CD33-4561-EFDB-D875090C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6082488-97DF-EFCB-F569-6165D4071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7" b="35137"/>
          <a:stretch>
            <a:fillRect/>
          </a:stretch>
        </p:blipFill>
        <p:spPr>
          <a:xfrm>
            <a:off x="654864" y="1740478"/>
            <a:ext cx="4806950" cy="2887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5C2761-AB9C-8760-18F2-F2286DA2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531446"/>
            <a:ext cx="10840626" cy="790510"/>
          </a:xfrm>
        </p:spPr>
        <p:txBody>
          <a:bodyPr/>
          <a:lstStyle/>
          <a:p>
            <a:r>
              <a:rPr lang="en-US" dirty="0"/>
              <a:t>Some examples…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7578C-89C3-B385-F7CB-643E8137A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248" y="1288089"/>
            <a:ext cx="6532903" cy="52973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10189-105B-42A4-63BD-C4DD63A1A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6466" b="15613"/>
          <a:stretch>
            <a:fillRect/>
          </a:stretch>
        </p:blipFill>
        <p:spPr>
          <a:xfrm>
            <a:off x="131977" y="1523137"/>
            <a:ext cx="5741673" cy="35213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5124E7-AAB3-E19C-35BB-E46822861A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2" y="1421709"/>
            <a:ext cx="6116678" cy="37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7BB1-BDBD-E3A4-C921-6F2712AA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631F-9B89-1061-A503-964EABE4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531446"/>
            <a:ext cx="10840626" cy="790510"/>
          </a:xfrm>
        </p:spPr>
        <p:txBody>
          <a:bodyPr/>
          <a:lstStyle/>
          <a:p>
            <a:r>
              <a:rPr lang="en-US" dirty="0"/>
              <a:t>Some examples…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28E0D9-B78A-BAF4-1596-8F05BF6A7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8"/>
          <a:stretch>
            <a:fillRect/>
          </a:stretch>
        </p:blipFill>
        <p:spPr>
          <a:xfrm>
            <a:off x="2324703" y="1126065"/>
            <a:ext cx="8110294" cy="532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60184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174</TotalTime>
  <Words>560</Words>
  <Application>Microsoft Office PowerPoint</Application>
  <PresentationFormat>Widescreen</PresentationFormat>
  <Paragraphs>95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Neue Haas Grotesk Text Pro</vt:lpstr>
      <vt:lpstr>System Font Regular</vt:lpstr>
      <vt:lpstr>Bjorn</vt:lpstr>
      <vt:lpstr>Design for manufacturing</vt:lpstr>
      <vt:lpstr>Thus far…</vt:lpstr>
      <vt:lpstr>Manufacturing process selection  Consider:</vt:lpstr>
      <vt:lpstr>Laser cutting</vt:lpstr>
      <vt:lpstr>3D printing</vt:lpstr>
      <vt:lpstr>Tolerances and interfaces</vt:lpstr>
      <vt:lpstr>Fabrication lab</vt:lpstr>
      <vt:lpstr>Design for assembly</vt:lpstr>
      <vt:lpstr>Some examples…</vt:lpstr>
      <vt:lpstr>Some examples…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Kritzinger</dc:creator>
  <cp:lastModifiedBy>Daniel Kritzinger</cp:lastModifiedBy>
  <cp:revision>1</cp:revision>
  <dcterms:created xsi:type="dcterms:W3CDTF">2026-08-19T07:42:15Z</dcterms:created>
  <dcterms:modified xsi:type="dcterms:W3CDTF">2026-08-19T11:37:49Z</dcterms:modified>
</cp:coreProperties>
</file>