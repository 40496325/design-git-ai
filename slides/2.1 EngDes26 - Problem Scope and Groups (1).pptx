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7070" autoAdjust="0"/>
  </p:normalViewPr>
  <p:slideViewPr>
    <p:cSldViewPr snapToGrid="0">
      <p:cViewPr varScale="1">
        <p:scale>
          <a:sx n="74" d="100"/>
          <a:sy n="74" d="100"/>
        </p:scale>
        <p:origin x="19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BABC7-DAE0-4041-AE55-8098537A4F71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95338-AEAB-456A-9E65-33FAB70ABE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130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95338-AEAB-456A-9E65-33FAB70ABE1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132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01924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2" r:id="rId4"/>
    <p:sldLayoutId id="2147483653" r:id="rId5"/>
    <p:sldLayoutId id="2147483662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  <p:sldLayoutId id="2147483674" r:id="rId13"/>
    <p:sldLayoutId id="2147483651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30AD-669F-4550-8B9C-2F07152FF1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Engineering design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5D9-69B4-4263-BCEB-B78FBA6C7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A" dirty="0"/>
              <a:t>Lecture Week 3</a:t>
            </a:r>
          </a:p>
          <a:p>
            <a:r>
              <a:rPr lang="en-ZA" dirty="0"/>
              <a:t>Deck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6299C-5978-4A26-94D2-8952A9D710DE}"/>
              </a:ext>
            </a:extLst>
          </p:cNvPr>
          <p:cNvSpPr txBox="1"/>
          <p:nvPr/>
        </p:nvSpPr>
        <p:spPr>
          <a:xfrm>
            <a:off x="9828183" y="5835812"/>
            <a:ext cx="1852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400" dirty="0">
                <a:solidFill>
                  <a:schemeClr val="bg1"/>
                </a:solidFill>
              </a:rPr>
              <a:t>Prof Henri Marais</a:t>
            </a:r>
          </a:p>
          <a:p>
            <a:pPr algn="r"/>
            <a:r>
              <a:rPr lang="en-ZA" sz="1400" dirty="0">
                <a:solidFill>
                  <a:schemeClr val="bg1"/>
                </a:solidFill>
              </a:rPr>
              <a:t>29 Jul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AB6D6-FDF0-56E8-D814-F566FF541864}"/>
              </a:ext>
            </a:extLst>
          </p:cNvPr>
          <p:cNvSpPr txBox="1"/>
          <p:nvPr/>
        </p:nvSpPr>
        <p:spPr>
          <a:xfrm>
            <a:off x="581190" y="3098706"/>
            <a:ext cx="57294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2"/>
                </a:solidFill>
              </a:rPr>
              <a:t>Project Scope and Groups</a:t>
            </a:r>
          </a:p>
        </p:txBody>
      </p:sp>
    </p:spTree>
    <p:extLst>
      <p:ext uri="{BB962C8B-B14F-4D97-AF65-F5344CB8AC3E}">
        <p14:creationId xmlns:p14="http://schemas.microsoft.com/office/powerpoint/2010/main" val="1854232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6005-17C9-D8D0-C534-0DA0274B9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 Scope of 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F2DAD4-D54B-6D2C-43C7-09B1BB658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4398" y="1960793"/>
            <a:ext cx="7864127" cy="489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05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EF5FF-5DF8-D805-A076-38592F887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allocation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F314CA-6F5C-0D28-2A36-5AB54395A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Ideally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37AD28-6165-6ED7-4F23-44C0B2CDD8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Class divisible by 6</a:t>
            </a:r>
          </a:p>
          <a:p>
            <a:r>
              <a:rPr lang="en-GB" dirty="0"/>
              <a:t>Equal fractions of EEII/REII/MCTR327 students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4BBCED-F5AC-4341-F52C-EDF99AB34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Actual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AC4F1F-E578-4143-5574-35E1049578D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Class divisible by 6 but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Max 2x &lt;   &gt; / group  &gt;&gt;&gt; not enough REII students</a:t>
            </a:r>
          </a:p>
          <a:p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21DD00-13C1-7A67-DFAB-7E3C937EA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513" y="3337167"/>
            <a:ext cx="3837491" cy="126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158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45A69A-2D86-345E-3B77-B4CD9B79B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441"/>
          <a:stretch>
            <a:fillRect/>
          </a:stretch>
        </p:blipFill>
        <p:spPr>
          <a:xfrm>
            <a:off x="1542198" y="1910687"/>
            <a:ext cx="9321420" cy="49326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770C94-6B91-AC00-B311-1D47C45D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Reworked scope of work</a:t>
            </a:r>
          </a:p>
        </p:txBody>
      </p:sp>
    </p:spTree>
    <p:extLst>
      <p:ext uri="{BB962C8B-B14F-4D97-AF65-F5344CB8AC3E}">
        <p14:creationId xmlns:p14="http://schemas.microsoft.com/office/powerpoint/2010/main" val="3625421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1194B-FBE5-FCCB-3250-DDD300C65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GB" sz="5400" dirty="0">
                <a:solidFill>
                  <a:srgbClr val="FFFFFF"/>
                </a:solidFill>
              </a:rPr>
              <a:t>Scope of work and constraints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1CE2E-B9D4-3A1D-DBBA-10C2B667F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endParaRPr lang="en-GB" sz="200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208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115DB35-53D7-4EDC-A965-A4349296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9C29D-D03F-4106-F6FC-1D0E775E6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1166" y="1864881"/>
            <a:ext cx="6518800" cy="342236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B610F9C-62FE-46FC-8607-C35030B63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201B31-7662-158B-0900-007916B6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MCTR 1 – Lateral movement</a:t>
            </a:r>
          </a:p>
        </p:txBody>
      </p:sp>
    </p:spTree>
    <p:extLst>
      <p:ext uri="{BB962C8B-B14F-4D97-AF65-F5344CB8AC3E}">
        <p14:creationId xmlns:p14="http://schemas.microsoft.com/office/powerpoint/2010/main" val="2799828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F115DB35-53D7-4EDC-A965-A4349296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3CE745-A5EE-9784-9C3D-2DD91E7AE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4164" r="-3" b="-3"/>
          <a:stretch>
            <a:fillRect/>
          </a:stretch>
        </p:blipFill>
        <p:spPr>
          <a:xfrm>
            <a:off x="1599027" y="1208531"/>
            <a:ext cx="5183078" cy="4735069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B610F9C-62FE-46FC-8607-C35030B63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468F22-458C-A90F-E0C9-461FA74B1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MCTR II – SPOOLING</a:t>
            </a:r>
          </a:p>
        </p:txBody>
      </p:sp>
    </p:spTree>
    <p:extLst>
      <p:ext uri="{BB962C8B-B14F-4D97-AF65-F5344CB8AC3E}">
        <p14:creationId xmlns:p14="http://schemas.microsoft.com/office/powerpoint/2010/main" val="203447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115DB35-53D7-4EDC-A965-A4349296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95A359-5F23-0712-764A-4F3A6768E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8443" y="1208531"/>
            <a:ext cx="5064245" cy="473506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B610F9C-62FE-46FC-8607-C35030B63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89FBE4-C69D-2148-31CA-69AF64D9F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>
                <a:solidFill>
                  <a:srgbClr val="FFFFFF"/>
                </a:solidFill>
              </a:rPr>
              <a:t>EEII I – Drive Electronics</a:t>
            </a:r>
          </a:p>
        </p:txBody>
      </p:sp>
    </p:spTree>
    <p:extLst>
      <p:ext uri="{BB962C8B-B14F-4D97-AF65-F5344CB8AC3E}">
        <p14:creationId xmlns:p14="http://schemas.microsoft.com/office/powerpoint/2010/main" val="1605143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C5060C-FDF6-5410-ED99-441F60B41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195" r="2" b="2"/>
          <a:stretch>
            <a:fillRect/>
          </a:stretch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ED24AA-3339-0B9B-488D-79BF339E0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EEII II – MAGNETIC LOAD ATTACHMENT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903872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115DB35-53D7-4EDC-A965-A4349296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93FC03-5FBC-72EA-D9D0-7789E74CF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1166" y="1441159"/>
            <a:ext cx="6518800" cy="426981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B610F9C-62FE-46FC-8607-C35030B63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24501-ECA1-4219-58EE-69FB7C370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solidFill>
                  <a:srgbClr val="FFFFFF"/>
                </a:solidFill>
              </a:rPr>
              <a:t>REII – REMOTE CONTROL DASHBOARD</a:t>
            </a:r>
          </a:p>
        </p:txBody>
      </p:sp>
    </p:spTree>
    <p:extLst>
      <p:ext uri="{BB962C8B-B14F-4D97-AF65-F5344CB8AC3E}">
        <p14:creationId xmlns:p14="http://schemas.microsoft.com/office/powerpoint/2010/main" val="1664264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0C0B-E528-3563-42B9-0482730A6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DDD7E-5C44-E920-CF95-E98772AA4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Group sizes reduced (6 down to 5)</a:t>
            </a:r>
          </a:p>
          <a:p>
            <a:pPr lvl="1"/>
            <a:r>
              <a:rPr lang="en-GB" dirty="0"/>
              <a:t>Some groups are under-staffed (scope of work reduced)</a:t>
            </a:r>
          </a:p>
          <a:p>
            <a:pPr lvl="1"/>
            <a:r>
              <a:rPr lang="en-GB" dirty="0"/>
              <a:t>In under-staffed groups work package selection degrees of freedom may be reduced</a:t>
            </a:r>
          </a:p>
          <a:p>
            <a:r>
              <a:rPr lang="en-GB" dirty="0">
                <a:solidFill>
                  <a:srgbClr val="FF0000"/>
                </a:solidFill>
              </a:rPr>
              <a:t>No group members may move between groups</a:t>
            </a:r>
          </a:p>
        </p:txBody>
      </p:sp>
    </p:spTree>
    <p:extLst>
      <p:ext uri="{BB962C8B-B14F-4D97-AF65-F5344CB8AC3E}">
        <p14:creationId xmlns:p14="http://schemas.microsoft.com/office/powerpoint/2010/main" val="189132754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</TotalTime>
  <Words>129</Words>
  <Application>Microsoft Office PowerPoint</Application>
  <PresentationFormat>Widescreen</PresentationFormat>
  <Paragraphs>31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Gill Sans MT</vt:lpstr>
      <vt:lpstr>Trade Gothic LT Pro</vt:lpstr>
      <vt:lpstr>Wingdings 2</vt:lpstr>
      <vt:lpstr>Dividend</vt:lpstr>
      <vt:lpstr>Engineering design 2026</vt:lpstr>
      <vt:lpstr>Initial Scope of work</vt:lpstr>
      <vt:lpstr>Group allocation</vt:lpstr>
      <vt:lpstr>Reworked scope of work</vt:lpstr>
      <vt:lpstr>Scope of work and constraints</vt:lpstr>
      <vt:lpstr>MCTR 1 – Lateral movement</vt:lpstr>
      <vt:lpstr>MCTR II – SPOOLING</vt:lpstr>
      <vt:lpstr>EEII I – Drive Electronics</vt:lpstr>
      <vt:lpstr>EEII II – MAGNETIC LOAD ATTACHMENT</vt:lpstr>
      <vt:lpstr>REII – REMOTE CONTROL DASHBOARD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design 2020</dc:title>
  <dc:creator>Henri Marais</dc:creator>
  <cp:lastModifiedBy>Henri Marais</cp:lastModifiedBy>
  <cp:revision>20</cp:revision>
  <dcterms:created xsi:type="dcterms:W3CDTF">2021-08-02T04:36:19Z</dcterms:created>
  <dcterms:modified xsi:type="dcterms:W3CDTF">2026-07-29T10:41:14Z</dcterms:modified>
</cp:coreProperties>
</file>